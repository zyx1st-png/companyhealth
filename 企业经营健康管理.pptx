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开场：先抛出问题——人会定期体检，企业为什么不？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中小企业经营健康管理服务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企业也需要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定期体检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持续监测  ·  早期预警  ·  专业干预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914400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让老板用更低的成本，随时看清企业的经营状况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人会定期体检，企业呢？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2788920"/>
          </a:xfrm>
          <a:prstGeom prst="roundRect">
            <a:avLst>
              <a:gd name="adj" fmla="val 393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一个人的健康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有健康档案，记录长期变化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定期体检，指标异常会被提醒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小病早治，不拖成大病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有家庭医生，复杂问题转专科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840480" cy="2788920"/>
          </a:xfrm>
          <a:prstGeom prst="roundRect">
            <a:avLst>
              <a:gd name="adj" fmla="val 3934"/>
            </a:avLst>
          </a:prstGeom>
          <a:solidFill>
            <a:srgbClr val="FCEBE6"/>
          </a:solidFill>
          <a:ln w="12700">
            <a:solidFill>
              <a:srgbClr val="FCEB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0" y="1371600"/>
            <a:ext cx="502920" cy="50292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大多数中小企业的经营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21031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经营情况主要装在老板脑子里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出现明显损失后才发现问题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出了事才临时找人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所有判断靠老板一个人扛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很多经营问题不是突然发生的，只是没有被及时发现。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老板每天都在面对的四件事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90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65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收银系统、美团抖音后台、Excel、微信聊天……数据都有，却拼不成一张完整的图。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90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没人帮看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9659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没有专职的经营分析人员，所有判断都靠老板个人经验。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290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发现太晚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749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应收拖欠、差评增多、渠道下滑，往往等亏了钱才注意到。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09160" y="301752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83480" y="3291840"/>
            <a:ext cx="548640" cy="54864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4290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273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咨询太贵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749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传统咨询按项目收费，报告交完就结束，没人长期跟进。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什么是企业经营健康管理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借鉴人体健康管理，把一次性的咨询，变成长期的经营陪伴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24231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 w="12700">
            <a:solidFill>
              <a:srgbClr val="175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建档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企业健康档案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546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像病历一样，记录企业的长期经营状况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600200"/>
            <a:ext cx="1828800" cy="24231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 w="12700">
            <a:solidFill>
              <a:srgbClr val="1750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783080"/>
            <a:ext cx="548640" cy="54864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监测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经营雷达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31546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持续关注关键指标和外部环境变化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63440" y="1600200"/>
            <a:ext cx="1828800" cy="24231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 w="12700">
            <a:solidFill>
              <a:srgbClr val="17505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783080"/>
            <a:ext cx="548640" cy="54864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9202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体检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+ 月度体检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31546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定期出具健康报告，及时发现异常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720840" y="1600200"/>
            <a:ext cx="1828800" cy="242316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 w="12700">
            <a:solidFill>
              <a:srgbClr val="17505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03720" y="1783080"/>
            <a:ext cx="548640" cy="54864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9202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2468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干预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 + 专科转诊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31546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小问题马上处理，复杂问题对接专业机构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负责持续观察和发现问题，专业的人负责解决问题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为企业建立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健康档案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把散落在各处的信息整理成一份完整档案。合作越久，档案越完整，判断越准确。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611880"/>
            <a:ext cx="502920" cy="50292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7376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5478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每家企业独立建档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独立存储，互不共享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685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06240" y="685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0" y="685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685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产品与服务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685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23760" y="685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客户结构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6459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0624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收入结构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15000" y="16459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1500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223760" y="16459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06240" y="26060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06240" y="2606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员工与组织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715000" y="26060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15000" y="2606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上下游资源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223760" y="26060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23760" y="2606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当前经营问题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206240" y="3566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0624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历史经营事件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715000" y="3566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1500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项目与待办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223760" y="3566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2376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服务记录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经营雷达：盯住真正重要的变化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86200" cy="2057400"/>
          </a:xfrm>
          <a:prstGeom prst="roundRect">
            <a:avLst>
              <a:gd name="adj" fmla="val 4444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企业内部指标（按行业定制）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933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 · 客单价 · 团购核销 · 差评 · 复购 · 营销投入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432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249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销售与毛利 · 库存 · 应收账款 · 大客户 · 回款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3886200" cy="2057400"/>
          </a:xfrm>
          <a:prstGeom prst="roundRect">
            <a:avLst>
              <a:gd name="adj" fmla="val 4444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外部环境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983480" y="20116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19933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行业政策 · 补贴与申报机会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274320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27432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7249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市场与竞争变化 · 招投标 · 上下游需求与合作机会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定向采集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6576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231136" y="370332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31136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持续监测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36576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913632" y="370332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13632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识别变化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85232" y="36576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596128" y="370332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96128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判断异常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36576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278624" y="370332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78624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主动提醒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定期体检：您会收到什么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53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日常：只推重要的事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异常、风险、机会和待办。没有要紧事，不打扰您。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61747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每周：经营健康简报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3–5 分钟读完：本周变化、风险、机会和下周建议。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71475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547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每月：经营体检报告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趋势判断、问题与建议、下月重点，附可直接开会用的 PPT。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06440" y="411480"/>
            <a:ext cx="2788920" cy="4343400"/>
          </a:xfrm>
          <a:prstGeom prst="roundRect">
            <a:avLst>
              <a:gd name="adj" fmla="val 8197"/>
            </a:avLst>
          </a:prstGeom>
          <a:solidFill>
            <a:srgbClr val="EEF3F2"/>
          </a:solidFill>
          <a:ln w="19050">
            <a:solidFill>
              <a:srgbClr val="C9D6D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06440" y="5669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经营助理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89320" y="100584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44768" y="1170432"/>
            <a:ext cx="2176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本周经营简报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营业额较上周下降 8%，主要来自外卖渠道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位客户回款已超过约定时间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差评集中在出餐速度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 项可申报补贴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建议：优先跟进回款，调整午高峰排班。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806440" y="4370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示例内容，仅作演示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不换系统，不学软件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微信里多了一位长期了解您企业的经营助理，用平常的方式把资料发过来就行。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20002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发数据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表格、截图直接发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73552" y="16002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874520"/>
            <a:ext cx="502920" cy="50292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20002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42232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问情况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142232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经营状况随时问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98464" y="16002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6F2EF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9632" y="1874520"/>
            <a:ext cx="502920" cy="50292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362" y="20002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67144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做材料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867144" y="2148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PPT、方案、文案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28346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108960"/>
            <a:ext cx="502920" cy="50292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" y="32346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2999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查政策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补贴申报及时推送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73552" y="28346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2346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42232" y="2999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找资源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142232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客户、供应商、伙伴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998464" y="28346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4F8F7"/>
          </a:solidFill>
          <a:ln w="6350">
            <a:solidFill>
              <a:srgbClr val="D5E3E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99632" y="3108960"/>
            <a:ext cx="502920" cy="50292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362" y="323469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67144" y="2999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约顾问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867144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复杂问题由专人跟进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支持：Excel · CSV · 腾讯文档 · PDF · 图片 · 截图 · 美团 / 抖音后台导出数据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家庭医生 + 专科转诊：复杂问题有人接得住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685800" cy="68580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发现问题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3716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685800" cy="68580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顾问初步判断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3716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303520" y="1371600"/>
            <a:ext cx="685800" cy="685800"/>
          </a:xfrm>
          <a:prstGeom prst="ellipse">
            <a:avLst/>
          </a:prstGeom>
          <a:solidFill>
            <a:srgbClr val="E8553D"/>
          </a:solidFill>
          <a:ln w="12700">
            <a:solidFill>
              <a:srgbClr val="E855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对接专业机构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3716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406640" y="1371600"/>
            <a:ext cx="685800" cy="685800"/>
          </a:xfrm>
          <a:prstGeom prst="ellipse">
            <a:avLst/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持续跟踪结果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8046720" cy="1508760"/>
          </a:xfrm>
          <a:prstGeom prst="roundRect">
            <a:avLst>
              <a:gd name="adj" fmla="val 6061"/>
            </a:avLst>
          </a:prstGeom>
          <a:solidFill>
            <a:srgbClr val="F4F8F7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063240"/>
            <a:ext cx="548640" cy="54864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0040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0876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可对接的专科服务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77240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财务税务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892808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892808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法律合同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008376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08376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123944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23944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知识产权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239512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39512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55080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数字化建设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470648" y="3749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8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70648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经营咨询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4206240" y="3063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不替代律师、会计师等专业人士，而是帮您找对人、跟到底。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您的数据，您说了算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数据安全四不原则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783080"/>
            <a:ext cx="640080" cy="64008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企业上交全部数据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06040" y="155448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1783080"/>
            <a:ext cx="640080" cy="64008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060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不共享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跨企业的原始数据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55448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57800" y="1783080"/>
            <a:ext cx="640080" cy="64008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不默认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7548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读取敏感数据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20840" y="155448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0" y="1783080"/>
            <a:ext cx="640080" cy="64008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1F8A8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19431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208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不扩大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68122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未经授权的数据用途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每家企业：独立数据空间  ·  独立知识库  ·  独立助理会话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首批试点招募：30 天经营健康体验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试点期间您将获得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一次完整的企业经营健康诊断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建立专属的企业健康档案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每周经营简报 + 月度体检报告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异常、风险与机会提醒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 AI 助理服务：数据分析、PPT、文案等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834640" cy="1325880"/>
          </a:xfrm>
          <a:prstGeom prst="roundRect">
            <a:avLst>
              <a:gd name="adj" fmla="val 827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12984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029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体验周期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697480"/>
            <a:ext cx="2834640" cy="1325880"/>
          </a:xfrm>
          <a:prstGeom prst="roundRect">
            <a:avLst>
              <a:gd name="adj" fmla="val 8276"/>
            </a:avLst>
          </a:prstGeom>
          <a:solidFill>
            <a:srgbClr val="FCEBE6"/>
          </a:solidFill>
          <a:ln w="12700">
            <a:solidFill>
              <a:srgbClr val="FCEB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280720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5–10</a:t>
            </a:r>
            <a:pPr indent="0" marL="0">
              <a:buNone/>
            </a:pPr>
            <a:r>
              <a:rPr lang="en-US" sz="18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家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538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首批名额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试点结束后，是否继续由您自主决定。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别等出了问题，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才想起去体检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8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经营，也一样。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71800"/>
            <a:ext cx="914400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联系人：__________　　电话 / 微信：__________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企业经营健康管理</dc:title>
  <dc:subject>PptxGenJS Presentation</dc:subject>
  <dc:creator>PptxGenJS</dc:creator>
  <cp:lastModifiedBy>PptxGenJS</cp:lastModifiedBy>
  <cp:revision>1</cp:revision>
  <dcterms:created xsi:type="dcterms:W3CDTF">2026-10-01T16:43:47Z</dcterms:created>
  <dcterms:modified xsi:type="dcterms:W3CDTF">2026-10-01T16:43:47Z</dcterms:modified>
</cp:coreProperties>
</file>